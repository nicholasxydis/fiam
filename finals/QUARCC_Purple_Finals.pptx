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v_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59150"/>
            <a:ext cx="6731000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v_0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2422426"/>
            <a:ext cx="3657600" cy="1720552"/>
          </a:xfrm>
          <a:prstGeom prst="rect">
            <a:avLst/>
          </a:prstGeom>
        </p:spPr>
      </p:pic>
      <p:pic>
        <p:nvPicPr>
          <p:cNvPr id="4" name="Picture 3" descr="ov_0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400" y="1911350"/>
            <a:ext cx="4064000" cy="2128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v_0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0" y="1968500"/>
            <a:ext cx="3556000" cy="248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v_0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00" y="1638300"/>
            <a:ext cx="3937000" cy="1648023"/>
          </a:xfrm>
          <a:prstGeom prst="rect">
            <a:avLst/>
          </a:prstGeom>
        </p:spPr>
      </p:pic>
      <p:pic>
        <p:nvPicPr>
          <p:cNvPr id="4" name="Picture 3" descr="ov_0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400" y="3629223"/>
            <a:ext cx="3937000" cy="16480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v_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28850"/>
            <a:ext cx="5549900" cy="3092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v_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216150"/>
            <a:ext cx="2819400" cy="3225800"/>
          </a:xfrm>
          <a:prstGeom prst="rect">
            <a:avLst/>
          </a:prstGeom>
        </p:spPr>
      </p:pic>
      <p:pic>
        <p:nvPicPr>
          <p:cNvPr id="4" name="crowd.mp4" descr="30 AI agents gather into one shared bet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600" y="4216400"/>
            <a:ext cx="3429000" cy="1965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QUARCC Purple Finals</dc:title>
  <dc:subject/>
  <dc:creator>QUARCC Purple</dc:creator>
  <cp:keywords/>
  <dc:description>generated using python-pptx</dc:description>
  <cp:lastModifiedBy>QUARCC Purple</cp:lastModifiedBy>
  <cp:revision>1</cp:revision>
  <dcterms:created xsi:type="dcterms:W3CDTF">2026-10-29T00:00:00Z</dcterms:created>
  <dcterms:modified xsi:type="dcterms:W3CDTF">2026-10-29T00:00:00Z</dcterms:modified>
  <cp:category/>
</cp:coreProperties>
</file>